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36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Poojan: Quick intro of team and what the project delivers (unified controls across 4 frameworks).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Poojan: Set expectations on flow and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Shilpa: Explain the pain point in simple terms and why mapping saves time and improves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Megha: Compare frameworks quickly; emphasize overlap is objective-level but documentation/evidence depth varies.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Vishnoo: Walk through where each control sits and why (perimeter vs internal).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Shilpa: Explain normalization and why it reduces duplication; keep it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Megha: Use this example to show mapping + operational depth +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Vishnoo: Explain that implementation is not only technical; governance + evidence + testing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Poojan: Walk through the loop; emphasize KPIs, testing cadence, and reassessment when frameworks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Megha: Mention AI usage and how you validated outputs; point to prompt logs in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All: Invite questions. Be ready for: framework choice, mapping criteria, AI validation, biggest gap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25679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3600" b="1" dirty="0">
                <a:solidFill>
                  <a:srgbClr val="11274A"/>
                </a:solidFill>
              </a:rPr>
              <a:t>                     </a:t>
            </a:r>
            <a:r>
              <a:rPr sz="3600" b="1" dirty="0">
                <a:solidFill>
                  <a:srgbClr val="11274A"/>
                </a:solidFill>
              </a:rPr>
              <a:t>Security Control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424242"/>
                </a:solidFill>
              </a:rPr>
              <a:t>Firewalls • IDS/IPS • Segmentation • VPN • Traffic Monitoring | NIST CSF • ISO 27001 • CIS Controls • SOC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73910" y="1997839"/>
            <a:ext cx="46604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dirty="0">
                <a:solidFill>
                  <a:srgbClr val="11274A"/>
                </a:solidFill>
              </a:rPr>
              <a:t>Team Members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rPr sz="3600" dirty="0"/>
              <a:t>• Poojan Patel </a:t>
            </a:r>
            <a:br>
              <a:rPr lang="en-IN" sz="3600" dirty="0"/>
            </a:br>
            <a:r>
              <a:rPr sz="3600" dirty="0"/>
              <a:t>• Shilpa Soni </a:t>
            </a:r>
            <a:br>
              <a:rPr lang="en-IN" sz="3600" dirty="0"/>
            </a:br>
            <a:r>
              <a:rPr sz="3600" dirty="0"/>
              <a:t>• Megha Sharma 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rPr sz="3600" dirty="0"/>
              <a:t>• </a:t>
            </a:r>
            <a:r>
              <a:rPr sz="3600" dirty="0" err="1"/>
              <a:t>Vishnoo</a:t>
            </a:r>
            <a:r>
              <a:rPr sz="3600" dirty="0"/>
              <a:t> Rath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Sprint 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1274A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274A"/>
                </a:solidFill>
              </a:rPr>
              <a:t>What we will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24242"/>
                </a:solidFill>
              </a:defRPr>
            </a:pPr>
            <a:r>
              <a:t>Why control mapping matters (problem)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Framework analysis (NIST, ISO, CIS, SOC 2)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Mapping methodology (equivalence + gaps)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Unified control catalog (network controls)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Implementation guidance + evidence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Continuous compliance monitoring (KPIs)</a:t>
            </a:r>
          </a:p>
        </p:txBody>
      </p:sp>
      <p:pic>
        <p:nvPicPr>
          <p:cNvPr id="5" name="Picture 4" descr="A_set_of_three_professional_cybersecurity_process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00200"/>
            <a:ext cx="49377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1274A"/>
                </a:solidFill>
              </a:rPr>
              <a:t>The Problem: Compliance Duplication vs. Real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274A"/>
                </a:solidFill>
              </a:rPr>
              <a:t>What organizations struggle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24242"/>
                </a:solidFill>
              </a:defRPr>
            </a:pPr>
            <a:r>
              <a:t>Same control asked in different language across frameworks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Teams re-implement, re-document, and re-test for each audit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Evidence scattered across tools and owners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Gaps appear when controls aren’t mapped back to threats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34340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4343400"/>
            <a:ext cx="109728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617720"/>
            <a:ext cx="2468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24242"/>
                </a:solidFill>
              </a:rPr>
              <a:t>Approach</a:t>
            </a:r>
          </a:p>
          <a:p>
            <a:r>
              <a:rPr sz="2600" b="1">
                <a:solidFill>
                  <a:srgbClr val="11274A"/>
                </a:solidFill>
              </a:rPr>
              <a:t>Build once</a:t>
            </a:r>
          </a:p>
          <a:p>
            <a:r>
              <a:rPr sz="1100">
                <a:solidFill>
                  <a:srgbClr val="6E6E6E"/>
                </a:solidFill>
              </a:rPr>
              <a:t>Implement &amp; test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34340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39312" y="4343400"/>
            <a:ext cx="109728" cy="13716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0208" y="4617720"/>
            <a:ext cx="2468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424242"/>
                </a:solidFill>
              </a:rPr>
              <a:t>Outcome</a:t>
            </a:r>
          </a:p>
          <a:p>
            <a:r>
              <a:rPr sz="2600" b="1" dirty="0">
                <a:solidFill>
                  <a:srgbClr val="11274A"/>
                </a:solidFill>
              </a:rPr>
              <a:t>Reuse evidence</a:t>
            </a:r>
          </a:p>
          <a:p>
            <a:r>
              <a:rPr sz="1100" dirty="0">
                <a:solidFill>
                  <a:srgbClr val="6E6E6E"/>
                </a:solidFill>
              </a:rPr>
              <a:t>Across frameworks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4342417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22008" y="4342417"/>
            <a:ext cx="109728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04888" y="4479577"/>
            <a:ext cx="2468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424242"/>
                </a:solidFill>
              </a:rPr>
              <a:t>Goal</a:t>
            </a:r>
          </a:p>
          <a:p>
            <a:r>
              <a:rPr sz="2600" b="1" dirty="0">
                <a:solidFill>
                  <a:srgbClr val="11274A"/>
                </a:solidFill>
              </a:rPr>
              <a:t>Less duplication</a:t>
            </a:r>
          </a:p>
          <a:p>
            <a:r>
              <a:rPr sz="1100" dirty="0">
                <a:solidFill>
                  <a:srgbClr val="6E6E6E"/>
                </a:solidFill>
              </a:rPr>
              <a:t>More clarity + coverage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1274A"/>
                </a:solidFill>
              </a:rPr>
              <a:t>Framework Analysis: How They Differ (But Overlap)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274A"/>
                </a:solidFill>
              </a:rPr>
              <a:t>Key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24242"/>
                </a:solidFill>
              </a:defRPr>
            </a:pPr>
            <a:r>
              <a:t>NIST CSF: outcome &amp; risk-based (flexible profiles)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ISO 27001: ISMS + audit-driven governance (PDCA)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CIS Controls: prescriptive technical safeguards (IG1–IG3)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SOC 2: assurance &amp; evidence of operating effectiveness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737360"/>
            <a:ext cx="49377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0" y="2011680"/>
            <a:ext cx="44805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74A"/>
                </a:solidFill>
              </a:rPr>
              <a:t>Common overlaps for network controls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Boundary protection (firewalls)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Secure access (VPN + auth)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Detect anomalous traffic (IDS/IPS)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Limit lateral movement (segmentation)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Monitor &amp; log (SIEM/telemetry)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1274A"/>
                </a:solidFill>
              </a:rPr>
              <a:t>Enterprise Network Architecture (Control Placement)</a:t>
            </a:r>
          </a:p>
        </p:txBody>
      </p:sp>
      <p:pic>
        <p:nvPicPr>
          <p:cNvPr id="3" name="Picture 2" descr="A_set_of_three_professional_cybersecurity_process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110" y="1121452"/>
            <a:ext cx="8227633" cy="548508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08500" y="6115050"/>
            <a:ext cx="108813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7100" y="635508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rPr dirty="0"/>
              <a:t>Key idea: place controls at boundaries + inside the network (east–west) and feed telemetry to a central monitoring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1274A"/>
                </a:solidFill>
              </a:rPr>
              <a:t>Unified Control Catalog (One Set of Controls, Many Frameworks)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274A"/>
                </a:solidFill>
              </a:rPr>
              <a:t>What we produced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194560"/>
            <a:ext cx="93534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24242"/>
                </a:solidFill>
              </a:defRPr>
            </a:pPr>
            <a:r>
              <a:rPr sz="2400" dirty="0"/>
              <a:t>A consolidated catalog of unified network controls (</a:t>
            </a:r>
            <a:r>
              <a:rPr sz="2400" dirty="0" err="1"/>
              <a:t>ID’d</a:t>
            </a:r>
            <a:r>
              <a:rPr sz="2400" dirty="0"/>
              <a:t> and normalized)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24242"/>
                </a:solidFill>
              </a:defRPr>
            </a:pPr>
            <a:r>
              <a:rPr sz="2400" dirty="0"/>
              <a:t>Each unified control maps to NIST, ISO, CIS and SOC 2 clauses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24242"/>
                </a:solidFill>
              </a:defRPr>
            </a:pPr>
            <a:r>
              <a:rPr sz="2400" dirty="0"/>
              <a:t>One implementation package → reusable evidence across audits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24242"/>
                </a:solidFill>
              </a:defRPr>
            </a:pPr>
            <a:r>
              <a:rPr sz="2400" dirty="0"/>
              <a:t>Catalog acts as input to gap remediation and continuous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1274A"/>
                </a:solidFill>
              </a:rPr>
              <a:t>Example Unified Control: Network Boundary Protection (Firewall)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4846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274A"/>
                </a:solidFill>
              </a:rPr>
              <a:t>Mapped requirements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NIST CSF: PR.AC-5 (protect network traffic)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ISO 27001: network controls (e.g., A.13/A.8.* controls)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CIS Controls: secure network infrastructure (Control 12)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SOC 2: logical access and network security (CC6.*)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7373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274A"/>
                </a:solidFill>
              </a:rPr>
              <a:t>What “good”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2860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24242"/>
                </a:solidFill>
              </a:defRPr>
            </a:pPr>
            <a:r>
              <a:t>Default deny + least privilege rules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Change approval + quarterly rule recertification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Central logging + alerting on anomalies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Evidence: config export, tickets, logs, review records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Validation: port scan + blocked traffic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dirty="0">
                <a:solidFill>
                  <a:srgbClr val="11274A"/>
                </a:solidFill>
              </a:rPr>
              <a:t>Implementation Guidance (Operational Depth)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274A"/>
                </a:solidFill>
              </a:rPr>
              <a:t>Implementation model per unified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24242"/>
                </a:solidFill>
              </a:defRPr>
            </a:pPr>
            <a:r>
              <a:t>Technical configuration (settings, baselines, integrations)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Governance process (approvals, reviews, segregation of duties)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Operational maintenance (patching, tuning, backups)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Evidence &amp; artifacts (logs, configs, tickets, reports)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Validation tests (simulated attacks, control checks)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920240"/>
            <a:ext cx="45720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0" y="2194560"/>
            <a:ext cx="411480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1274A"/>
                </a:solidFill>
              </a:rPr>
              <a:t>Evidence package (example)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Config backup (monthly)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Rule review records (quarterly)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SIEM dashboards (weekly)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Test reports (monthly/quarterly)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• Incident tickets (as needed)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1274A"/>
                </a:solidFill>
              </a:rPr>
              <a:t>Continuous Compliance Monitoring (Keep Controls Effective)</a:t>
            </a:r>
          </a:p>
        </p:txBody>
      </p:sp>
      <p:pic>
        <p:nvPicPr>
          <p:cNvPr id="3" name="Picture 2" descr="A_digital_vector_graphic_flowchart_diagram_illus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297" y="1399950"/>
            <a:ext cx="7619015" cy="50793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1274A"/>
                </a:solidFill>
              </a:rPr>
              <a:t>AI Tools &amp;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274A"/>
                </a:solidFill>
              </a:rPr>
              <a:t>How we used AI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24242"/>
                </a:solidFill>
              </a:defRPr>
            </a:pPr>
            <a:r>
              <a:t>Used AI to accelerate research and structure draft content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Cross-checked against framework docs and multiple sources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Captured prompts + validation notes in prompt logs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Refined outputs using equivalence criteria (Exact vs Partial)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828800"/>
            <a:ext cx="4937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0" y="2103120"/>
            <a:ext cx="4419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1274A"/>
                </a:solidFill>
              </a:rPr>
              <a:t>Example prompts (short)</a:t>
            </a:r>
          </a:p>
          <a:p>
            <a:pPr>
              <a:defRPr sz="1300">
                <a:solidFill>
                  <a:srgbClr val="424242"/>
                </a:solidFill>
              </a:defRPr>
            </a:pPr>
            <a:r>
              <a:t>• “Map firewall controls across NIST/ISO/CIS/SOC2 with evidence artifacts.”</a:t>
            </a:r>
          </a:p>
          <a:p>
            <a:pPr>
              <a:defRPr sz="1300">
                <a:solidFill>
                  <a:srgbClr val="424242"/>
                </a:solidFill>
              </a:defRPr>
            </a:pPr>
            <a:r>
              <a:t>• “Define equivalence criteria for cross-framework control mapping.”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1274A"/>
                </a:solidFill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106070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875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274A"/>
                </a:solidFill>
              </a:defRPr>
            </a:pPr>
            <a:r>
              <a:t>1) Framework overlap creates duplication — mapping creates a common language.</a:t>
            </a:r>
          </a:p>
          <a:p>
            <a:pPr>
              <a:defRPr sz="2200" b="0">
                <a:solidFill>
                  <a:srgbClr val="424242"/>
                </a:solidFill>
              </a:defRPr>
            </a:pPr>
            <a:r>
              <a:t>2) Unified controls let teams implement once and reuse evidence across audits.</a:t>
            </a:r>
          </a:p>
          <a:p>
            <a:pPr>
              <a:defRPr sz="2200" b="0">
                <a:solidFill>
                  <a:srgbClr val="424242"/>
                </a:solidFill>
              </a:defRPr>
            </a:pPr>
            <a:r>
              <a:t>3) Operational depth + continuous monitoring keeps controls effective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46320"/>
            <a:ext cx="10607040" cy="1463040"/>
          </a:xfrm>
          <a:prstGeom prst="roundRect">
            <a:avLst/>
          </a:prstGeom>
          <a:solidFill>
            <a:srgbClr val="E6F4FF"/>
          </a:solidFill>
          <a:ln>
            <a:solidFill>
              <a:srgbClr val="B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507492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1274A"/>
                </a:solidFill>
              </a:defRPr>
            </a:pPr>
            <a:r>
              <a:t>Q&amp;A — We’re happy to answer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All members 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879</Words>
  <Application>Microsoft Office PowerPoint</Application>
  <PresentationFormat>Widescreen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 P TECHNOLOGY</cp:lastModifiedBy>
  <cp:revision>2</cp:revision>
  <dcterms:created xsi:type="dcterms:W3CDTF">2013-01-27T09:14:16Z</dcterms:created>
  <dcterms:modified xsi:type="dcterms:W3CDTF">2026-02-15T18:17:53Z</dcterms:modified>
  <cp:category/>
</cp:coreProperties>
</file>